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EQUATOR RESOLUTION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institutional dispute-resolution platform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32918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verticals. One institution. Mediation, conciliation and arbitration that is fast, fair,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and enforceable — delivered end-to-end online.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Investor Briefing   ·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courts cannot clear the queue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that could settle are waiting years to be decided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 crore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pending across Indian courts [verify]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lakh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cheque-bounce cases alone (Dec 2024)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lakh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Ombudsman complaints, FY24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family or commercial matter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these disputes do not need a judgment. They need a fair, structured, enforceable settlement — quickly.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now pushes disputes toward institutional ADR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changes that create the opening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Act, 2023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mediated settlement is enforceable as a court decree (s.27), with registration under s.20.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48256"/>
            <a:ext cx="640080" cy="64008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48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Labour Codes in force (21 Nov 2025)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statutes consolidated into four Codes; grievance machinery formalised.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97096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Courts Act, s.12A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Pre-institution mediation is mandatory for commercial suits of specified value.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97096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97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123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framework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Ombudsman (2021), Digital Lending Directions (May 2025), compromise settlements (2023).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verticals, one institution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purpose-built for its law and its people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146304"/>
          </a:xfrm>
          <a:prstGeom prst="roundRect">
            <a:avLst>
              <a:gd name="adj" fmla="val 31250"/>
            </a:avLst>
          </a:prstGeom>
          <a:solidFill>
            <a:srgbClr val="1E7A8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&amp; Marital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Divorce, maintenance, custody, matrimonial property. Safety screening first; child welfare central.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691640"/>
            <a:ext cx="2606040" cy="146304"/>
          </a:xfrm>
          <a:prstGeom prst="roundRect">
            <a:avLst>
              <a:gd name="adj" fmla="val 31250"/>
            </a:avLst>
          </a:prstGeom>
          <a:solidFill>
            <a:srgbClr val="123B4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&amp; Business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payment, MSME, shareholder and supply disputes. Arbitration, mediation and s.12A.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91640"/>
            <a:ext cx="2606040" cy="146304"/>
          </a:xfrm>
          <a:prstGeom prst="roundRect">
            <a:avLst>
              <a:gd name="adj" fmla="val 3125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&amp; Loan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and OTS, cheque bounce, digital lending, recovery conduct. Escrow-secured settlement.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15400" y="1691640"/>
            <a:ext cx="2606040" cy="146304"/>
          </a:xfrm>
          <a:prstGeom prst="roundRect">
            <a:avLst>
              <a:gd name="adj" fmla="val 31250"/>
            </a:avLst>
          </a:prstGeom>
          <a:solidFill>
            <a:srgbClr val="C6A15B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&amp; HR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98280" y="265176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Wages, full-and-final, termination, grievances — and POSH support for Internal Committees.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engine: intake and triage · panel and conflict checks · secure case room · e-Sign &amp; e-Stamp · escrow · enforceable settlement · AI Dispute Explorer.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process, applied with judgement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 routes each dispute to the right vertical — and the right forum.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suitability checked before anyone is put in a room together.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conflict-checked neutral; confidential sessions; online by default.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15400" y="173736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98280" y="3246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E-signed, e-stamped, escrow-secured, enforceable as a decree.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credible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that are hard to copy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84248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is engineered, not promised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45973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is a condition precedent; a safety flag blocks joint sessions in the API itself.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984248"/>
            <a:ext cx="640080" cy="640080"/>
          </a:xfrm>
          <a:prstGeom prst="ellipse">
            <a:avLst/>
          </a:prstGeom>
          <a:solidFill>
            <a:srgbClr val="1E7A8C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 by construction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45973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Caucus notes are sealed and encrypted; there is no cross-party read path in the system.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3088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3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never touches us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60857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sums sit with a regulated escrow bank and move only on verified milestones.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13308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133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refuses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608576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Guardrailed, RAG-grounded, evaluated against a 30-case harness with zero-tolerance safety gates.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today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documented, buildable institution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vertical frameworks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606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forms and artefacts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forms across verticals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2606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Dispute Explorer prototypes + a unified front door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5ECD6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engineering and launch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rulebooks and tariffs · forms packs · OpenAPI specs and database schemas · clickable UI wireframes · AI implementation and evaluation specs with an executable harness · UAT plans · public legal pages · a mediator certification curriculum · a court-referral MoU and pilot plan · enterprise and AI risk registers · a quality manual and accreditation roadmap.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economics per vertical, one shared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&amp; Marital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per-case fees; concessions and pro-bono funded from other verticals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Access-led; builds court trust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&amp; Business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valorem administration and neutral fees; clause insertion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 per case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CF2F4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&amp; Loan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fees at high volume; lender panels; escrow handling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0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engine; break-even ~month 11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937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&amp; HR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fees plus employer POSH subscriptions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0" y="4937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compliance-driven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DCEAE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insurance, panel, platform build, rules &amp; tariff adopted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3–6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pilot (family); lender panel pilot (financial); UAT and AI eval gates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6–12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family and financial; launch workplace POSH subscriptions; MCI recognition when notified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173736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EB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123B4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5256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12–24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6118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verticals at scale; publish the first State of Dispute Resolution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Equator Resolution  ·  Confidential  ·  An Infrabyx Group venture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748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Disputes resolved — not queued.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verticals, one institution, built to be trusted by courts, regulators, businesses and families.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4023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a court pilot · lender and employer partners · founding neutrals · the capital to build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4846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www.equatorresolution.com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EFD6A1A-9241-4125-BA71-6674DE8AB514}"/>
</file>

<file path=customXml/itemProps2.xml><?xml version="1.0" encoding="utf-8"?>
<ds:datastoreItem xmlns:ds="http://schemas.openxmlformats.org/officeDocument/2006/customXml" ds:itemID="{56AC2646-5BE3-4E29-BA9A-83250D47B26C}"/>
</file>

<file path=customXml/itemProps3.xml><?xml version="1.0" encoding="utf-8"?>
<ds:datastoreItem xmlns:ds="http://schemas.openxmlformats.org/officeDocument/2006/customXml" ds:itemID="{C8845DFA-019F-417D-9015-1FBAC2A1EBF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2026-07-21T10:10:15Z</dcterms:created>
  <dcterms:modified xsi:type="dcterms:W3CDTF">2026-07-21T10:10:15Z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