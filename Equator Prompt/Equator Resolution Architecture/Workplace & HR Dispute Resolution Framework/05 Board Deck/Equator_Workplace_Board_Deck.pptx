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EQUATOR RESOLUTION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Workplace &amp; HR Dispute Resolution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3383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mediation, conciliation and POSH support — for wage, full-and-final, termination,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and grievance disputes. Fair, confidential, enforceable, and largely online.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Investor Briefing   ·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workplace disputes are slow, adversarial &amp; sensitive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labour courts &amp; tribunals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F&amp;F stuck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52044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 &amp; dues delayed on exit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POSH gaps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30936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committees untrained, inquiries mishandled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64592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1540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Reputation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098280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 &amp; publicity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want fast, reputation-safe resolution and reliable POSH compliance; employees want fair, prompt, dignified outcomes.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regulatory tailwinds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now formalises workplace dispute machinery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4825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Labour Codes in force (21 Nov 2025)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laws consolidated into 4 Codes; Grievance Redressal Committees &amp; conciliation formalised.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48256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POSH Act, 2013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Internal Committee with an external member; s.10 conciliation; 90-day inquiry.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97096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Mediation Act, 2023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mediated settlement is enforceable as a court decree (s.27).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97096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on Wages / Social Security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237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wage definition (≥50% of CTC); gratuity, PF, ESI, maternity consolidated.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one institution, the right route every time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each matter — mediation, POSH Internal Committee, GRC, or police.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conflict-checked neutral (HR/ER/POSH expertise); women neutrals available.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8660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Resolve, fairly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sessions; POSH s.10 where lawful; escrow secures the money.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0" y="169164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0" y="192024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98280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settlement/F&amp;F, e-signed &amp; e-stamped, enforceable as a decree; clean exit.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Equator different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92808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POSH done right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350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external IC members, sealed case management, strict s.10/s.16 — never replacing the 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1892808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to employees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350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Neutral, no coercion; statutory dues paid, never waived; clean relieving.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041648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secured by escrow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4988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F&amp;F/settlement sums held and released against relieving &amp; clearance.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28232" y="4041648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4005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online + AI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4988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resolve, e-sign, e-stamp — with an AI route/rights/drafting assistant.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disputes we resolve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types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/ salary dues · full &amp; final (F&amp;F)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Wrongful / unfair termination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 · bond · non-compete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Gratuity / PF / ESI / benefits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harassment (POSH)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harassment · discrimination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grievance · retrenchment / layoff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/ gig disputes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serve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&amp; ex-employees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&amp; HR teams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Committees (POSH)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gig workers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to large enterprises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Establishments needing POSH compliance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POSH — handled with care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employers, protecting complainants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9397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93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20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external members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53288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staff Internal Committees with qualified external members (POSH s.4).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93976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93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20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Sealed &amp; confidential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53288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s.16 confidentiality enforced technically; access-controlled case files.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9709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s.10 conciliation, lawfully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636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the woman's request; never on a monetary basis; terms recorded for the employer.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97096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 discipline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6360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inquiry clock, 10-day report and 60-day action tracked; IC training provided.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that resolves — end to end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ODR, e-Sign, e-Stamp and HRMS/IC integration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9397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93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20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Dispute Explorer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route, explains rights &amp; remedies, drafts the grievance/complaint/request.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93976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93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20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(ODR)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meet (video + caucus) and settle online — no travel.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97096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e-Sign &amp; e-Stamp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e-Sign + SHCIL e-stamp; settlement enforceable as a decree.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97096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HRMS &amp; IC modules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F&amp;F data with consent; a sealed POSH case-management module.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global best practice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to Indian law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ACAS (UK)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783080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early conciliation before an employment-tribunal claim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974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EEOC / court-annexed mediation (US)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697480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mediation of employment &amp; discrimination charges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6118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Work Commission (Australia)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3611880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Conciliation of unfair-dismissal claims with clear timelines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262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Workplace mediation practice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4526280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Interest-based and restorative approaches to conduct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fees on a very large base, plus employer subscriptions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&amp; admin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per-matter fee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 fee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to the matter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 handling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money settlements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POSH subscription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9828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members + IC support + training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F5ECD6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Recurring, compliance-driven demand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establishment needs POSH compliance and has recurring wage/F&amp;F/separation disputes. Employer subscriptions and clause insertion into employment contracts create a predictable, self-replenishing pipeline.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launch &amp; scale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DCEAE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1–3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panel, intake, forms, KYC, case management, F&amp;F calculators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3–5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sealed mode + external members + IC training; escrow; e-Sign/e-Stamp; pilot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5–8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GRC/IR-Code interface; HRMS integration; employer subscriptions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1540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7552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5256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256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8–12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9828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Scale; publish anonymised outcomes; multi-language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Workplace disputes, resolved — fairly and in weeks.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mediation and POSH support for employees and employers — enforceable, confidential, online.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4023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employer &amp; HR partners · POSH external-member network · founding mediators.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4846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www.equatorresolution.com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D5D88ED318E546B0BAD9611B3061C9" ma:contentTypeVersion="9" ma:contentTypeDescription="Create a new document." ma:contentTypeScope="" ma:versionID="d50db782a5ec69b02a0131a0f200a05c">
  <xsd:schema xmlns:xsd="http://www.w3.org/2001/XMLSchema" xmlns:xs="http://www.w3.org/2001/XMLSchema" xmlns:p="http://schemas.microsoft.com/office/2006/metadata/properties" xmlns:ns2="30dddea4-ca15-4972-99ca-320a89f10386" targetNamespace="http://schemas.microsoft.com/office/2006/metadata/properties" ma:root="true" ma:fieldsID="2e09d9990d161d2f2733b865e15bb167" ns2:_="">
    <xsd:import namespace="30dddea4-ca15-4972-99ca-320a89f103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ddea4-ca15-4972-99ca-320a89f10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dddea4-ca15-4972-99ca-320a89f1038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C4636EA-5F7B-4A23-AFA3-7CC3C2036A83}"/>
</file>

<file path=customXml/itemProps2.xml><?xml version="1.0" encoding="utf-8"?>
<ds:datastoreItem xmlns:ds="http://schemas.openxmlformats.org/officeDocument/2006/customXml" ds:itemID="{E63D02A0-A359-44CD-9B7F-AB77248C8AD9}"/>
</file>

<file path=customXml/itemProps3.xml><?xml version="1.0" encoding="utf-8"?>
<ds:datastoreItem xmlns:ds="http://schemas.openxmlformats.org/officeDocument/2006/customXml" ds:itemID="{8C085F2F-A91B-42A6-8D63-6BEA842C904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2026-07-21T04:15:33Z</dcterms:created>
  <dcterms:modified xsi:type="dcterms:W3CDTF">2026-07-21T04:15:33Z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0x01010053D5D88ED318E546B0BAD9611B3061C9</vt:lpwstr>
  </property>
</Properties>
</file>